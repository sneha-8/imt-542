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Neighborhood Small Business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IMT 542 Final Project — Portable Information Structures</a:t>
            </a:r>
          </a:p>
          <a:p>
            <a:pPr>
              <a:spcAft>
                <a:spcPts val="600"/>
              </a:spcAft>
              <a:defRPr sz="1800"/>
            </a:pPr>
            <a:r>
              <a:t>Sneha Reddy | Spring 2026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GitHub: github.com/Sneha-8/IMT-542/tree/main/final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1. Information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User: Seattle resident who wants to discover and support local shops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Problem: Business information is scattered across Yelp, HTML directories, and social media — not portable for apps or civic tools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Outcome: One machine-readable JSON feed with provenance and quality metrics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Insight: Visualize listings + analyze relationships (stats, open-now)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Users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Residents — search by neighborhood, tags, open now</a:t>
            </a:r>
          </a:p>
          <a:p>
            <a:pPr>
              <a:spcAft>
                <a:spcPts val="600"/>
              </a:spcAft>
              <a:defRPr sz="1800"/>
            </a:pPr>
            <a:r>
              <a:t>Owners — stable public listing; restricted contact fields</a:t>
            </a:r>
          </a:p>
          <a:p>
            <a:pPr>
              <a:spcAft>
                <a:spcPts val="600"/>
              </a:spcAft>
              <a:defRPr sz="1800"/>
            </a:pPr>
            <a:r>
              <a:t>Developers — JSON Schema contract + provenance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In scope: SBP v1.0 API, FAIR metadata, NoSQL, auth-gated contact</a:t>
            </a:r>
          </a:p>
          <a:p>
            <a:pPr>
              <a:spcAft>
                <a:spcPts val="600"/>
              </a:spcAft>
              <a:defRPr sz="1800"/>
            </a:pPr>
            <a:r>
              <a:t>Out of scope: payments, Yelp production key in repo, native mobile 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2. Existing Structures and FAIR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Sources analyzed:</a:t>
            </a:r>
          </a:p>
          <a:p>
            <a:pPr>
              <a:spcAft>
                <a:spcPts val="600"/>
              </a:spcAft>
              <a:defRPr sz="1800"/>
            </a:pPr>
            <a:r>
              <a:t>  - Yelp Fusion API (nested vendor JSON, license limits)</a:t>
            </a:r>
          </a:p>
          <a:p>
            <a:pPr>
              <a:spcAft>
                <a:spcPts val="600"/>
              </a:spcAft>
              <a:defRPr sz="1800"/>
            </a:pPr>
            <a:r>
              <a:t>  - HTML neighborhood directories (no stable IDs)</a:t>
            </a:r>
          </a:p>
          <a:p>
            <a:pPr>
              <a:spcAft>
                <a:spcPts val="600"/>
              </a:spcAft>
              <a:defRPr sz="1800"/>
            </a:pPr>
            <a:r>
              <a:t>  - I7 static JSON (no provenance or schema version)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FAIR gaps: weak reusability, inconsistent access, no completeness metrics</a:t>
            </a:r>
          </a:p>
          <a:p>
            <a:pPr>
              <a:spcAft>
                <a:spcPts val="600"/>
              </a:spcAft>
              <a:defRPr sz="1800"/>
            </a:pPr>
            <a:r>
              <a:t>SBP adds: stable IDs, HTTPS REST, JSON Schema, provenance.license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3. Structure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At least 4 dimensions changed:</a:t>
            </a:r>
          </a:p>
          <a:p>
            <a:pPr>
              <a:spcAft>
                <a:spcPts val="600"/>
              </a:spcAft>
              <a:defRPr sz="1800"/>
            </a:pPr>
            <a:r>
              <a:t>  Information — quality_flags, completeness_score</a:t>
            </a:r>
          </a:p>
          <a:p>
            <a:pPr>
              <a:spcAft>
                <a:spcPts val="600"/>
              </a:spcAft>
              <a:defRPr sz="1800"/>
            </a:pPr>
            <a:r>
              <a:t>  Structure — SBP envelope + flattened LocalBusiness fields</a:t>
            </a:r>
          </a:p>
          <a:p>
            <a:pPr>
              <a:spcAft>
                <a:spcPts val="600"/>
              </a:spcAft>
              <a:defRPr sz="1800"/>
            </a:pPr>
            <a:r>
              <a:t>  Format — schema_version 1.0 + sbp_schema_v1.json</a:t>
            </a:r>
          </a:p>
          <a:p>
            <a:pPr>
              <a:spcAft>
                <a:spcPts val="600"/>
              </a:spcAft>
              <a:defRPr sz="1800"/>
            </a:pPr>
            <a:r>
              <a:t>  Access — REST /businesses/search vs file-in-memory (I7)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New Portable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Top-level: schema_version, provenance, query_summary, businesses[]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Per business: id, name, categories, rating, location, contact, tags, hours, products, quality_flags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Normalizer: small_businesses.json -&gt; SBP record (normalizer.py)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4. Functional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Stack: JSON source -&gt; seed_db.py -&gt; MongoDB/Mongita -&gt; Flask API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Run locally:</a:t>
            </a:r>
          </a:p>
          <a:p>
            <a:pPr>
              <a:spcAft>
                <a:spcPts val="600"/>
              </a:spcAft>
              <a:defRPr sz="1800"/>
            </a:pPr>
            <a:r>
              <a:t>  export USE_MONGITA=true &amp;&amp; python seed_db.py</a:t>
            </a:r>
          </a:p>
          <a:p>
            <a:pPr>
              <a:spcAft>
                <a:spcPts val="600"/>
              </a:spcAft>
              <a:defRPr sz="1800"/>
            </a:pPr>
            <a:r>
              <a:t>  flask --app app run -p 5002</a:t>
            </a:r>
          </a:p>
          <a:p>
            <a:pPr>
              <a:spcAft>
                <a:spcPts val="600"/>
              </a:spcAft>
              <a:defRPr sz="1800"/>
            </a:pPr>
            <a:r>
              <a:t>  ngrok http 5002  (submit HTTPS URL to Canvas)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Demo client: python access_api.py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Live Demo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GET /health</a:t>
            </a:r>
          </a:p>
          <a:p>
            <a:pPr>
              <a:spcAft>
                <a:spcPts val="600"/>
              </a:spcAft>
              <a:defRPr sz="1800"/>
            </a:pPr>
            <a:r>
              <a:t>GET /schema</a:t>
            </a:r>
          </a:p>
          <a:p>
            <a:pPr>
              <a:spcAft>
                <a:spcPts val="600"/>
              </a:spcAft>
              <a:defRPr sz="1800"/>
            </a:pPr>
            <a:r>
              <a:t>GET /businesses/search?term=coffee&amp;location=Capitol Hill</a:t>
            </a:r>
          </a:p>
          <a:p>
            <a:pPr>
              <a:spcAft>
                <a:spcPts val="600"/>
              </a:spcAft>
              <a:defRPr sz="1800"/>
            </a:pPr>
            <a:r>
              <a:t>GET /businesses/sb-001</a:t>
            </a:r>
          </a:p>
          <a:p>
            <a:pPr>
              <a:spcAft>
                <a:spcPts val="600"/>
              </a:spcAft>
              <a:defRPr sz="1800"/>
            </a:pPr>
            <a:r>
              <a:t>GET /stats  |  GET /open-now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HTML slides: final/presentation/index.html?api=&lt;ngrok-url&gt;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Quality and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Desired: completeness &gt;= 0.85, schema validates 100%</a:t>
            </a:r>
          </a:p>
          <a:p>
            <a:pPr>
              <a:spcAft>
                <a:spcPts val="600"/>
              </a:spcAft>
              <a:defRPr sz="1800"/>
            </a:pPr>
            <a:r>
              <a:t>Observed: ~0.92 completeness on demo set; 9 pytest tests pass</a:t>
            </a:r>
          </a:p>
          <a:p>
            <a:pPr>
              <a:spcAft>
                <a:spcPts val="600"/>
              </a:spcAft>
              <a:defRPr sz="1800"/>
            </a:pPr>
            <a:r>
              <a:t>Latency: warm search &lt; 50 ms local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Remediation: Yelp live adapter, UptimeRobot, Locust load tests (G9)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Security and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Bearer token unlocks email/phone (SBP_API_TOKEN)</a:t>
            </a:r>
          </a:p>
          <a:p>
            <a:pPr>
              <a:spcAft>
                <a:spcPts val="600"/>
              </a:spcAft>
              <a:defRPr sz="1800"/>
            </a:pPr>
            <a:r>
              <a:t>Public responses strip restricted contact fields</a:t>
            </a:r>
          </a:p>
          <a:p>
            <a:pPr>
              <a:spcAft>
                <a:spcPts val="600"/>
              </a:spcAft>
              <a:defRPr sz="1800"/>
            </a:pPr>
            <a:r>
              <a:t>No secrets in repo; ethics doc in final/docs/06_Ethics_and_Limitations.md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Aligns with G9 test 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B2E83"/>
                </a:solidFill>
              </a:defRPr>
            </a:pPr>
            <a:r>
              <a:t>Thank You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Repository: github.com/Sneha-8/IMT-542</a:t>
            </a:r>
          </a:p>
          <a:p>
            <a:pPr>
              <a:spcAft>
                <a:spcPts val="600"/>
              </a:spcAft>
              <a:defRPr sz="1800"/>
            </a:pPr>
            <a:r>
              <a:t>Documentation: final/docs/</a:t>
            </a:r>
          </a:p>
          <a:p>
            <a:pPr>
              <a:spcAft>
                <a:spcPts val="600"/>
              </a:spcAft>
              <a:defRPr sz="1800"/>
            </a:pPr>
            <a:r>
              <a:t>Presentation HTML: final/presentation/index.html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