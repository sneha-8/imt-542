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83"/>
                </a:solidFill>
              </a:defRPr>
            </a:pPr>
            <a:r>
              <a:t>LocalFind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8321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One place to discover small businesses in your neighborhood.</a:t>
            </a:r>
          </a:p>
          <a:p>
            <a:pPr>
              <a:spcAft>
                <a:spcPts val="600"/>
              </a:spcAft>
              <a:defRPr sz="1700"/>
            </a:pPr>
            <a:r>
              <a:t>Sneha Reddy | IMT 542 | github.com/Sneha-8/IMT-542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83"/>
                </a:solidFill>
              </a:defRPr>
            </a:pPr>
            <a:r>
              <a:t>Information story — who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8321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Story: Community members find small businesses around them (cafes, salons, shops).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Who benefits:</a:t>
            </a:r>
          </a:p>
          <a:p>
            <a:pPr>
              <a:spcAft>
                <a:spcPts val="600"/>
              </a:spcAft>
              <a:defRPr sz="1700"/>
            </a:pPr>
            <a:r>
              <a:t>  Residents — discover shops they did not know existed nearby</a:t>
            </a:r>
          </a:p>
          <a:p>
            <a:pPr>
              <a:spcAft>
                <a:spcPts val="600"/>
              </a:spcAft>
              <a:defRPr sz="1700"/>
            </a:pPr>
            <a:r>
              <a:t>  Owners — more discoverability in one combined feed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Why it matters:</a:t>
            </a:r>
          </a:p>
          <a:p>
            <a:pPr>
              <a:spcAft>
                <a:spcPts val="600"/>
              </a:spcAft>
              <a:defRPr sz="1700"/>
            </a:pPr>
            <a:r>
              <a:t>  Local shops are hard to see next to big chains</a:t>
            </a:r>
          </a:p>
          <a:p>
            <a:pPr>
              <a:spcAft>
                <a:spcPts val="600"/>
              </a:spcAft>
              <a:defRPr sz="1700"/>
            </a:pPr>
            <a:r>
              <a:t>  Supporting nearby business keeps money in the community</a:t>
            </a:r>
          </a:p>
          <a:p>
            <a:pPr>
              <a:spcAft>
                <a:spcPts val="600"/>
              </a:spcAft>
              <a:defRPr sz="1700"/>
            </a:pPr>
            <a:r>
              <a:t>  One search beats checking Yelp, Google, and social separately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83"/>
                </a:solidFill>
              </a:defRPr>
            </a:pPr>
            <a:r>
              <a:t>Current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8321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Most people do not know how many small businesses exist near them.</a:t>
            </a:r>
          </a:p>
          <a:p>
            <a:pPr>
              <a:spcAft>
                <a:spcPts val="600"/>
              </a:spcAft>
              <a:defRPr sz="1700"/>
            </a:pPr>
            <a:r>
              <a:t>There is no single way to answer what local shops are nearby.</a:t>
            </a:r>
          </a:p>
          <a:p>
            <a:pPr>
              <a:spcAft>
                <a:spcPts val="600"/>
              </a:spcAft>
              <a:defRPr sz="1700"/>
            </a:pPr>
            <a:r>
              <a:t>Information is split across Yelp, Google, Instagram, chamber sites, owner pages.</a:t>
            </a:r>
          </a:p>
          <a:p>
            <a:pPr>
              <a:spcAft>
                <a:spcPts val="600"/>
              </a:spcAft>
              <a:defRPr sz="1700"/>
            </a:pPr>
            <a:r>
              <a:t>Each source uses different fields, ads, and rules — every search starts over.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The data exists. It is not combined in a form people can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83"/>
                </a:solidFill>
              </a:defRPr>
            </a:pPr>
            <a:r>
              <a:t>FAIR assessment — Yelp + OpenStreetMap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8321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                Yelp Fusion          OpenStreetMap</a:t>
            </a:r>
          </a:p>
          <a:p>
            <a:pPr>
              <a:spcAft>
                <a:spcPts val="600"/>
              </a:spcAft>
              <a:defRPr sz="1700"/>
            </a:pPr>
            <a:r>
              <a:t>Findable         Partial              Partial</a:t>
            </a:r>
          </a:p>
          <a:p>
            <a:pPr>
              <a:spcAft>
                <a:spcPts val="600"/>
              </a:spcAft>
              <a:defRPr sz="1700"/>
            </a:pPr>
            <a:r>
              <a:t>Accessible       Partial (API key)    Partial (throttle)</a:t>
            </a:r>
          </a:p>
          <a:p>
            <a:pPr>
              <a:spcAft>
                <a:spcPts val="600"/>
              </a:spcAft>
              <a:defRPr sz="1700"/>
            </a:pPr>
            <a:r>
              <a:t>Interoperable    Low                  Partial (tags)</a:t>
            </a:r>
          </a:p>
          <a:p>
            <a:pPr>
              <a:spcAft>
                <a:spcPts val="600"/>
              </a:spcAft>
              <a:defRPr sz="1700"/>
            </a:pPr>
            <a:r>
              <a:t>Reusable         Low (display-only)   High (ODbL)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Yelp: ratings, photos, hours. OSM: open map data. Neither alone fits our 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83"/>
                </a:solidFill>
              </a:defRPr>
            </a:pPr>
            <a:r>
              <a:t>Our solution — SBP v1.0 + LocalFind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8321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Pipeline: Yelp + OSM -&gt; normalizer -&gt; cache -&gt; API -&gt; LocalFind UI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Design for FAIR gaps:</a:t>
            </a:r>
          </a:p>
          <a:p>
            <a:pPr>
              <a:spcAft>
                <a:spcPts val="600"/>
              </a:spcAft>
              <a:defRPr sz="1700"/>
            </a:pPr>
            <a:r>
              <a:t>  Findable — stable id, schema_version</a:t>
            </a:r>
          </a:p>
          <a:p>
            <a:pPr>
              <a:spcAft>
                <a:spcPts val="600"/>
              </a:spcAft>
              <a:defRPr sz="1700"/>
            </a:pPr>
            <a:r>
              <a:t>  Accessible — REST + web (ZIP, category, near me)</a:t>
            </a:r>
          </a:p>
          <a:p>
            <a:pPr>
              <a:spcAft>
                <a:spcPts val="600"/>
              </a:spcAft>
              <a:defRPr sz="1700"/>
            </a:pPr>
            <a:r>
              <a:t>  Interoperable — one JSON shape for both sources</a:t>
            </a:r>
          </a:p>
          <a:p>
            <a:pPr>
              <a:spcAft>
                <a:spcPts val="600"/>
              </a:spcAft>
              <a:defRPr sz="1700"/>
            </a:pPr>
            <a:r>
              <a:t>  Reusable — provenance + quality_flags on every response</a:t>
            </a:r>
          </a:p>
          <a:p>
            <a:pPr>
              <a:spcAft>
                <a:spcPts val="600"/>
              </a:spcAft>
              <a:defRPr sz="1700"/>
            </a:pPr>
          </a:p>
          <a:p>
            <a:pPr>
              <a:spcAft>
                <a:spcPts val="600"/>
              </a:spcAft>
              <a:defRPr sz="1700"/>
            </a:pPr>
            <a:r>
              <a:t>Example: merged record with name, zip_code, hours, rating, yelp_url, osm_url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83"/>
                </a:solidFill>
              </a:defRPr>
            </a:pPr>
            <a:r>
              <a:t>Quality, performance,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8321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Quality: JSON Schema; completeness_score; 12 pytest tests</a:t>
            </a:r>
          </a:p>
          <a:p>
            <a:pPr>
              <a:spcAft>
                <a:spcPts val="600"/>
              </a:spcAft>
              <a:defRPr sz="1700"/>
            </a:pPr>
            <a:r>
              <a:t>Performance: cached search ~20-100 ms; live refresh ~15-40 s</a:t>
            </a:r>
          </a:p>
          <a:p>
            <a:pPr>
              <a:spcAft>
                <a:spcPts val="600"/>
              </a:spcAft>
              <a:defRPr sz="1700"/>
            </a:pPr>
            <a:r>
              <a:t>Security: public API hides phone/email; Bearer unlocks contact; keys in .env only</a:t>
            </a:r>
          </a:p>
          <a:p>
            <a:pPr>
              <a:spcAft>
                <a:spcPts val="600"/>
              </a:spcAft>
              <a:defRPr sz="1700"/>
            </a:pPr>
            <a:r>
              <a:t>Tradeoffs: cache speed vs freshness; more metadata vs larger payloads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83"/>
                </a:solidFill>
              </a:defRPr>
            </a:pPr>
            <a:r>
              <a:t>Demo — LocalFind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8321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Search by category, ZIP, or near me.</a:t>
            </a:r>
          </a:p>
          <a:p>
            <a:pPr>
              <a:spcAft>
                <a:spcPts val="600"/>
              </a:spcAft>
              <a:defRPr sz="1700"/>
            </a:pPr>
            <a:r>
              <a:t>Open a listing for hours, ratings, directions.</a:t>
            </a:r>
          </a:p>
          <a:p>
            <a:pPr>
              <a:spcAft>
                <a:spcPts val="600"/>
              </a:spcAft>
              <a:defRPr sz="1700"/>
            </a:pPr>
            <a:r>
              <a:t>http://127.0.0.1:8777/web/platform.html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2E83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8321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LocalFind — discover local small businesses; more visibility for owners.</a:t>
            </a:r>
          </a:p>
          <a:p>
            <a:pPr>
              <a:spcAft>
                <a:spcPts val="600"/>
              </a:spcAft>
              <a:defRPr sz="1700"/>
            </a:pPr>
            <a:r>
              <a:t>github.com/Sneha-8/IMT-542/tree/main/final</a:t>
            </a:r>
          </a:p>
          <a:p>
            <a:pPr>
              <a:spcAft>
                <a:spcPts val="600"/>
              </a:spcAft>
              <a:defRPr sz="17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