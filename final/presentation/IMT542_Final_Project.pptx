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LocalFind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Helping Seattle residents discover and support independent neighborhood businesses.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Sneha Reddy | IMT 542 | Spring 2026</a:t>
            </a:r>
          </a:p>
          <a:p>
            <a:pPr>
              <a:spcAft>
                <a:spcPts val="800"/>
              </a:spcAft>
              <a:defRPr sz="1900"/>
            </a:pPr>
            <a:r>
              <a:t>github.com/Sneha-8/IMT-542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Meet Alex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Alex lives in Capitol Hill and wants coffee from a local shop with vegan options and Wi-Fi. They open Yelp, scroll past ads, check Instagram, and often give up.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The information exists — it is scattered and locked in apps that were not built for this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Why local discovery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Local spending strengthens neighborhood economies.</a:t>
            </a:r>
          </a:p>
          <a:p>
            <a:pPr>
              <a:spcAft>
                <a:spcPts val="800"/>
              </a:spcAft>
              <a:defRPr sz="1900"/>
            </a:pPr>
            <a:r>
              <a:t>Small shops lack chain-level SEO and ad budgets.</a:t>
            </a:r>
          </a:p>
          <a:p>
            <a:pPr>
              <a:spcAft>
                <a:spcPts val="800"/>
              </a:spcAft>
              <a:defRPr sz="1900"/>
            </a:pPr>
            <a:r>
              <a:t>Civic tools and newsletters need machine-readable listings, not HTML tables.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Where information lives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Yelp and Google (proprietary, ad-driven)</a:t>
            </a:r>
          </a:p>
          <a:p>
            <a:pPr>
              <a:spcAft>
                <a:spcPts val="800"/>
              </a:spcAft>
              <a:defRPr sz="1900"/>
            </a:pPr>
            <a:r>
              <a:t>Chamber HTML directories (no stable IDs)</a:t>
            </a:r>
          </a:p>
          <a:p>
            <a:pPr>
              <a:spcAft>
                <a:spcPts val="800"/>
              </a:spcAft>
              <a:defRPr sz="1900"/>
            </a:pPr>
            <a:r>
              <a:t>Social posts and owner sites (unstructured)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Problems: cannot combine open-now + tags + neighborhood in one query; no provenance; owner contact mixed with public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The journey we designed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Sources -&gt; normalize to one schema -&gt; document database -&gt; REST API -&gt; LocalFind UI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Same facts can power a website, map layer, newsletter, or assistant without re-scraping.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The LocalFind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Search by keyword, neighborhood, and tags.</a:t>
            </a:r>
          </a:p>
          <a:p>
            <a:pPr>
              <a:spcAft>
                <a:spcPts val="800"/>
              </a:spcAft>
              <a:defRPr sz="1900"/>
            </a:pPr>
            <a:r>
              <a:t>See ratings, hours, open-now status, and popular items.</a:t>
            </a:r>
          </a:p>
          <a:p>
            <a:pPr>
              <a:spcAft>
                <a:spcPts val="800"/>
              </a:spcAft>
              <a:defRPr sz="1900"/>
            </a:pPr>
            <a:r>
              <a:t>Business detail with website, directions, and provenance footer.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See live prototype: final/web/platform.html (open in browser during demo)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Portable structure —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Envelope: schema version, provenance, completeness on every response.</a:t>
            </a:r>
          </a:p>
          <a:p>
            <a:pPr>
              <a:spcAft>
                <a:spcPts val="800"/>
              </a:spcAft>
              <a:defRPr sz="1900"/>
            </a:pPr>
            <a:r>
              <a:t>Records: split addresses, E.164 phones, tags, hours, quality flags.</a:t>
            </a:r>
          </a:p>
          <a:p>
            <a:pPr>
              <a:spcAft>
                <a:spcPts val="800"/>
              </a:spcAft>
              <a:defRPr sz="1900"/>
            </a:pPr>
            <a:r>
              <a:t>Access: HTTPS search API instead of a static JSON file only developers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Trust and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Provenance and license on every payload.</a:t>
            </a:r>
          </a:p>
          <a:p>
            <a:pPr>
              <a:spcAft>
                <a:spcPts val="800"/>
              </a:spcAft>
              <a:defRPr sz="1900"/>
            </a:pPr>
            <a:r>
              <a:t>Quality flags so consumers know what is missing.</a:t>
            </a:r>
          </a:p>
          <a:p>
            <a:pPr>
              <a:spcAft>
                <a:spcPts val="800"/>
              </a:spcAft>
              <a:defRPr sz="1900"/>
            </a:pPr>
            <a:r>
              <a:t>Public listings hide owner email/phone unless Bearer token authorizes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How we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Started with Flask + JSON file.</a:t>
            </a:r>
          </a:p>
          <a:p>
            <a:pPr>
              <a:spcAft>
                <a:spcPts val="800"/>
              </a:spcAft>
              <a:defRPr sz="1900"/>
            </a:pPr>
            <a:r>
              <a:t>Added MongoDB and aggregation endpoints.</a:t>
            </a:r>
          </a:p>
          <a:p>
            <a:pPr>
              <a:spcAft>
                <a:spcPts val="800"/>
              </a:spcAft>
              <a:defRPr sz="1900"/>
            </a:pPr>
            <a:r>
              <a:t>Shipped schema v1.0, normalizer, tests, and this UI prototype.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Production path: Yelp Fusion feeds the same normalizer.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Flask API | MongoDB/Mongita | Python normalizer | pytest + JSON Schema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Demo: six Seattle businesses. Live demo via ngrok during Q&amp;A.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Live Yelp ingestion with caching.</a:t>
            </a:r>
          </a:p>
          <a:p>
            <a:pPr>
              <a:spcAft>
                <a:spcPts val="800"/>
              </a:spcAft>
              <a:defRPr sz="1900"/>
            </a:pPr>
            <a:r>
              <a:t>Public deployment of LocalFind.</a:t>
            </a:r>
          </a:p>
          <a:p>
            <a:pPr>
              <a:spcAft>
                <a:spcPts val="800"/>
              </a:spcAft>
              <a:defRPr sz="1900"/>
            </a:pPr>
            <a:r>
              <a:t>Partnerships with neighborhood associations.</a:t>
            </a:r>
          </a:p>
          <a:p>
            <a:pPr>
              <a:spcAft>
                <a:spcPts val="800"/>
              </a:spcAft>
              <a:defRPr sz="1900"/>
            </a:pPr>
            <a:r>
              <a:t>Feeds for maps and civic newsletters.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B2E83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/>
            </a:pPr>
            <a:r>
              <a:t>LocalFind — portable neighborhood business information.</a:t>
            </a:r>
          </a:p>
          <a:p>
            <a:pPr>
              <a:spcAft>
                <a:spcPts val="800"/>
              </a:spcAft>
              <a:defRPr sz="1900"/>
            </a:pPr>
          </a:p>
          <a:p>
            <a:pPr>
              <a:spcAft>
                <a:spcPts val="800"/>
              </a:spcAft>
              <a:defRPr sz="1900"/>
            </a:pPr>
            <a:r>
              <a:t>github.com/Sneha-8/IMT-542/tree/main/final</a:t>
            </a:r>
          </a:p>
          <a:p>
            <a:pPr>
              <a:spcAft>
                <a:spcPts val="800"/>
              </a:spcAft>
              <a:defRPr sz="19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